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3"/>
    <p:restoredTop sz="94685"/>
  </p:normalViewPr>
  <p:slideViewPr>
    <p:cSldViewPr snapToGrid="0">
      <p:cViewPr varScale="1">
        <p:scale>
          <a:sx n="69" d="100"/>
          <a:sy n="69" d="100"/>
        </p:scale>
        <p:origin x="232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BA7B0C-6C3E-ED7C-3FC9-151D48C28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E67C992-E80F-BD69-B00E-807BB7963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1BC126-E19B-95EF-7783-670E717BF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28E3C0-EAF5-F9D1-8048-5460440D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B915A4-A72E-1C7E-CD19-C6DADB60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54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9C93E-9320-E28B-D27A-D00C2D740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426B5B-078A-66BA-6703-E43ACCF96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910C1C-C864-3E18-B5BF-CA3074D45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40275B-0D62-F6F0-471A-68B96C5F9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EA8B6B-8090-281D-D064-E5002E8FD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07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BC90BF-039A-9198-CBE7-711832A09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638B6C-0D38-F3CB-A7FB-A47E769D8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C49E74-F5C3-EFF9-E5CC-019B8084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EA02A1-ED04-9257-36B9-3D7CB0274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80E162-F039-B8AE-DF61-C7CD9327F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22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E18352-9185-AA13-9774-364180AF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80F182-D4F9-26F6-8075-D6502FA00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7B3E47-1355-CB8E-7728-572838A19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A02614-5407-2FA1-1D58-A0C78EE3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1A4045-2F57-429B-4DF8-2DF24B02C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FD7AE7-ABB1-66AB-7D07-40441264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673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E19E82-4A10-4763-ABD4-8FF8A599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FDACCE-93AD-D1A7-FA2C-086268F33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6F5FB3A-1DDB-F328-FFDC-0002FE5B7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F40A42-6950-7DAF-C525-0BAA7D267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32728F6-8D76-947E-6556-59F00636E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90898D-B5CB-1966-6C25-A3D3A983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7DC4BFA-8D1C-7D25-948A-11EA6FE68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9A18396-266D-38CC-82EA-107F1CD8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851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AA74B7-3070-B850-A8A5-168E60F5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74BB03-7790-77D5-689C-8B335AD5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528A97-0310-DC98-2D61-B075E7711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3098AA-4373-8C77-E345-2E9556FF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378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401266F-B959-9EC5-5CBB-FB0F384E6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409412-91BB-A9B9-B483-2755E4E67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1E7E53-9E89-AAD4-8848-003CF3C7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306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56686-FB29-A19F-6C1E-91FA77ECA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6535DD-910F-7662-A0B1-C3E5BE557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C93D51B-0716-A257-CB4C-B2A6301D1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930068-BAC0-9D2D-797A-CB6580E5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129A30B-3591-E073-1480-B030F236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401781-F9B7-C544-C1D4-2697601A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04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F360A9-7505-F2AC-F1C2-B9822BCE2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5429361-8B82-690F-FD96-5DD7A7163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6E4C70C-DE8C-97F4-4711-1B9A4FD6E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89AEED-E5BD-4F74-12EB-9B854FD8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E47692-B6DA-065E-1CDF-A5D24462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36FA41-E15B-745E-7FBB-4D4BCE70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69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5CDC6-996D-5B18-48B1-7B7AD93F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B2F103-0605-2913-16C2-509BDB76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349F0F-FCD8-89EF-C294-5C1912CA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62783D-A979-65E8-C36E-520FAE730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030B22-A24B-FDE1-FD8E-C764514D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194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A118E18-CF8F-124D-BEE0-09A13CDF5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E4C230-C877-FB85-540E-66DB94CEA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3E6605-05C4-F0D6-CC85-3980F93AA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C183C9-D0C8-85FA-E267-FEDE8A12D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728020-BA15-AD7D-E269-D480EF35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58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28B6FCB-7527-7881-F92A-8DE905AA7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CAE221-860E-FB6B-8115-5A318D3EE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681994-8B0F-A5C5-39EE-C0AE978E75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433BC-C623-8A4C-9E99-501A1D1EDF4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0D6FEE-FAAA-35EC-E3D3-EBD9E2EAA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F65A6A-D453-B518-34A3-24CBCD832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0036A-962A-B749-8754-453BD3FE5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65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42CA5-883D-611C-9DC6-9CB33CDDD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2527"/>
            <a:ext cx="9144000" cy="989466"/>
          </a:xfrm>
        </p:spPr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C95A8B-98C9-A332-5CE1-4765DDC88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53343"/>
            <a:ext cx="9144000" cy="3722914"/>
          </a:xfr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854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5D31DA-7496-26E7-FCF4-90CB84C76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Membres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E2FEBB-1911-3A4F-DB79-CF4F636A0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Pseudos </a:t>
            </a:r>
            <a:r>
              <a:rPr lang="fr-FR" dirty="0" err="1"/>
              <a:t>github</a:t>
            </a:r>
            <a:r>
              <a:rPr lang="fr-FR" dirty="0"/>
              <a:t> :</a:t>
            </a:r>
          </a:p>
          <a:p>
            <a:r>
              <a:rPr lang="fr-FR" dirty="0"/>
              <a:t>Katia Alili : @</a:t>
            </a:r>
            <a:r>
              <a:rPr lang="fr-FR" dirty="0" err="1"/>
              <a:t>artshleyy</a:t>
            </a:r>
            <a:endParaRPr lang="fr-FR" dirty="0"/>
          </a:p>
          <a:p>
            <a:r>
              <a:rPr lang="fr-FR" dirty="0"/>
              <a:t>Alex Ayivi : @</a:t>
            </a:r>
            <a:r>
              <a:rPr lang="fr-FR" dirty="0" err="1"/>
              <a:t>AYIVIAlex</a:t>
            </a:r>
            <a:endParaRPr lang="fr-FR" dirty="0"/>
          </a:p>
          <a:p>
            <a:r>
              <a:rPr lang="fr-FR" dirty="0"/>
              <a:t>Hawa Konta : @</a:t>
            </a:r>
            <a:r>
              <a:rPr lang="fr-FR" dirty="0" err="1"/>
              <a:t>lolipopiz</a:t>
            </a:r>
            <a:endParaRPr lang="fr-FR" dirty="0"/>
          </a:p>
          <a:p>
            <a:r>
              <a:rPr lang="fr-FR" dirty="0"/>
              <a:t>Kenza Benmansour : @</a:t>
            </a:r>
            <a:r>
              <a:rPr lang="fr-FR" dirty="0" err="1"/>
              <a:t>kenzalittlegenius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4957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7189B0-47E2-F6CB-2BCF-C40DD1C0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ECF38A-B1C1-6D77-A615-B17033703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02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036EC8-4168-8D17-36BC-6BB7C568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8E9AAC-C392-817A-4887-3C6F73BEF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2799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4A660-7DD0-B019-B1D5-3142A99C5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Défis rencontrés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C3E5B4-1C6B-730A-5833-9A07A1FCC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1850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1F457D-A383-1D4D-40BF-E709F498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30314E-E06D-837A-18B5-AAFD0DB9E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366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13693B-730C-7268-FD2E-79F032037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Solutions apportées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060883-074A-B2A4-5C5B-1BCAB58D2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900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4F475D-084F-91DD-16A1-C7D12E505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B6EB9D-4BBC-3984-1EAF-B0168E52C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4911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E3C55C-7850-386A-14CE-51A514CB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A59532-BEC9-B507-98F7-7C5522795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273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055F40-53ED-0E36-0D2F-85C5676D0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F59FE5-67BF-BC9C-08AF-D1C22B61E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4370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33</Words>
  <Application>Microsoft Macintosh PowerPoint</Application>
  <PresentationFormat>Grand écran</PresentationFormat>
  <Paragraphs>11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Introduction</vt:lpstr>
      <vt:lpstr>Membres du projet</vt:lpstr>
      <vt:lpstr>Projet</vt:lpstr>
      <vt:lpstr>Présentation PowerPoint</vt:lpstr>
      <vt:lpstr>Défis rencontrés</vt:lpstr>
      <vt:lpstr>Présentation PowerPoint</vt:lpstr>
      <vt:lpstr>Solutions apportées</vt:lpstr>
      <vt:lpstr>Présentation PowerPoint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Kenza Benmansour</dc:creator>
  <cp:lastModifiedBy>Kenza Benmansour</cp:lastModifiedBy>
  <cp:revision>3</cp:revision>
  <dcterms:created xsi:type="dcterms:W3CDTF">2026-06-17T11:13:54Z</dcterms:created>
  <dcterms:modified xsi:type="dcterms:W3CDTF">2026-06-17T11:26:34Z</dcterms:modified>
</cp:coreProperties>
</file>